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Time Management and Staff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College of Nursing</a:t>
            </a:r>
          </a:p>
          <a:p>
            <a:r>
              <a:t>Presenter: [Your Name]</a:t>
            </a:r>
          </a:p>
          <a:p>
            <a:r>
              <a:t>Institution: [College Name]</a:t>
            </a:r>
          </a:p>
          <a:p>
            <a:r>
              <a:t>Date: [Month, Year]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Agenda/Overview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 and background</a:t>
            </a:r>
          </a:p>
          <a:p>
            <a:pPr lvl="1"/>
            <a:r>
              <a:t>Importance of time management in nursing</a:t>
            </a:r>
          </a:p>
          <a:p>
            <a:pPr lvl="1"/>
            <a:r>
              <a:t>Staff development strategies</a:t>
            </a:r>
          </a:p>
          <a:p>
            <a:pPr lvl="1"/>
            <a:r>
              <a:t>Integration of time management and staff development</a:t>
            </a:r>
          </a:p>
          <a:p>
            <a:pPr lvl="1"/>
            <a:r>
              <a:t>Case studies and research findings</a:t>
            </a:r>
          </a:p>
          <a:p>
            <a:pPr lvl="1"/>
            <a:r>
              <a:t>Recommendations and future directions</a:t>
            </a:r>
          </a:p>
          <a:p>
            <a:pPr lvl="1"/>
            <a:r>
              <a:t>Conclusion and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Define key terms: time management and staff development</a:t>
            </a:r>
          </a:p>
          <a:p>
            <a:r>
              <a:t>• Relevance to nursing practice and leadership</a:t>
            </a:r>
          </a:p>
          <a:p>
            <a:r>
              <a:t>• Overview of presentation goals</a:t>
            </a:r>
          </a:p>
          <a:p>
            <a:pPr/>
            <a:r>
              <a:t>Reference: APA guidelines (American Psychological Association, 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Time Management in Nursing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Enhances patient care and safety</a:t>
            </a:r>
          </a:p>
          <a:p>
            <a:pPr/>
            <a:r>
              <a:t>• Reduces burnout and improves efficiency</a:t>
            </a:r>
          </a:p>
          <a:p>
            <a:pPr/>
            <a:r>
              <a:t>• Supports work-life balance</a:t>
            </a:r>
          </a:p>
          <a:p>
            <a:pPr/>
            <a:r>
              <a:t>• Improves team collaboration and communication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Management Challenges in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High patient loads and unpredictable schedules</a:t>
            </a:r>
          </a:p>
          <a:p>
            <a:pPr/>
            <a:r>
              <a:t>• Interruptions and distractions</a:t>
            </a:r>
          </a:p>
          <a:p>
            <a:pPr/>
            <a:r>
              <a:t>• Balancing administrative and clinical responsibilities</a:t>
            </a:r>
          </a:p>
          <a:p>
            <a:pPr/>
            <a:r>
              <a:t>• Stress and burnout issues (Smith &amp; Jones, 2018)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Strategies for Effective Time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Prioritization techniques (e.g., ABC method)</a:t>
            </a:r>
          </a:p>
          <a:p>
            <a:pPr/>
            <a:r>
              <a:t>• Use of digital calendars and reminders</a:t>
            </a:r>
          </a:p>
          <a:p>
            <a:pPr/>
            <a:r>
              <a:t>• Delegation and teamwork</a:t>
            </a:r>
          </a:p>
          <a:p>
            <a:pPr/>
            <a:r>
              <a:t>• Structured scheduling and periodic review</a:t>
            </a:r>
          </a:p>
          <a:p>
            <a:pPr/>
            <a:r>
              <a:t>Tip: Use evidence-based strategies from recent nursing literature.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Management Tools in Nursing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Digital schedulers (e.g., Outlook, Google Calendar)</a:t>
            </a:r>
          </a:p>
          <a:p>
            <a:r>
              <a:t>• Task management apps (e.g., Trello, Asana)</a:t>
            </a:r>
          </a:p>
          <a:p>
            <a:r>
              <a:t>• Time-tracking software</a:t>
            </a:r>
          </a:p>
          <a:p>
            <a:r>
              <a:t>Visual Aid: Table comparing key features of each tool.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Time Management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Flowchart: Planning → Prioritizing → Scheduling → Executing → Evaluating</a:t>
            </a:r>
          </a:p>
          <a:p>
            <a:r>
              <a:t>[Insert Diagram Here]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Staff Development: Definition and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Definition: Process of improving professional skills and competencies</a:t>
            </a:r>
          </a:p>
          <a:p>
            <a:pPr/>
            <a:r>
              <a:t>• Importance: Enhances quality of care and promotes career growth</a:t>
            </a:r>
          </a:p>
          <a:p>
            <a:pPr/>
            <a:r>
              <a:t>• Focus on continuous learning and skill enhancement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Staff Development in Nursing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Continuing education, mentorship, and professional training</a:t>
            </a:r>
          </a:p>
          <a:p>
            <a:pPr/>
            <a:r>
              <a:t>• Impact on patient outcomes and staff retention</a:t>
            </a:r>
          </a:p>
          <a:p>
            <a:pPr/>
            <a:r>
              <a:t>• Fostering a culture of lifelong learning</a:t>
            </a:r>
          </a:p>
          <a:p>
            <a:pPr/>
            <a:r>
              <a:t>• Reference: (Doe &amp; Lee, 2019)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APA Guidelines for Professional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Clarity and precision in writing</a:t>
            </a:r>
          </a:p>
          <a:p>
            <a:pPr/>
            <a:r>
              <a:t>• Bias-free language</a:t>
            </a:r>
          </a:p>
          <a:p>
            <a:pPr/>
            <a:r>
              <a:t>• Consistent use of headings and subheadings</a:t>
            </a:r>
          </a:p>
          <a:p>
            <a:pPr/>
            <a:r>
              <a:t>• In-text citations and references following APA style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of Staff Development Models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Benefits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Mentorship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One-on-one guidance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Personalized growth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Continuing 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Formal courses and certifications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Updated knowledge and skills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Simulation-Based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Hands-on, realistic practice scenarios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Improved clinical competencies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Strategies for Effective Staff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Implement mentorship programs</a:t>
            </a:r>
          </a:p>
          <a:p>
            <a:pPr/>
            <a:r>
              <a:t>• Offer continuing education opportunities</a:t>
            </a:r>
          </a:p>
          <a:p>
            <a:pPr/>
            <a:r>
              <a:t>• Use simulation and hands-on training</a:t>
            </a:r>
          </a:p>
          <a:p>
            <a:pPr/>
            <a:r>
              <a:t>• Encourage self-directed learning</a:t>
            </a:r>
          </a:p>
          <a:p>
            <a:pPr/>
            <a:r>
              <a:t>• Provide regular performance feedback and goal setting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of Time Management &amp; Staff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Efficient time management supports ongoing staff development</a:t>
            </a:r>
          </a:p>
          <a:p>
            <a:pPr/>
            <a:r>
              <a:t>• Balancing daily tasks with educational opportunities</a:t>
            </a:r>
          </a:p>
          <a:p>
            <a:pPr/>
            <a:r>
              <a:t>• Scheduling regular training sessions within busy workdays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on Staff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Increased productivity and enhanced learning</a:t>
            </a:r>
          </a:p>
          <a:p>
            <a:pPr/>
            <a:r>
              <a:t>• Reduced stress and improved work satisfaction</a:t>
            </a:r>
          </a:p>
          <a:p>
            <a:pPr/>
            <a:r>
              <a:t>• Better patient care through continuous skill improvement</a:t>
            </a:r>
          </a:p>
          <a:p>
            <a:pPr/>
            <a:r>
              <a:t>• Positive impact on team dynamics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Example of a nursing unit that improved outcomes via integrated time management and staff development</a:t>
            </a:r>
          </a:p>
          <a:p>
            <a:pPr/>
            <a:r>
              <a:t>• Key Interventions: Restructured scheduling, targeted training sessions, mentorship initiatives</a:t>
            </a:r>
          </a:p>
          <a:p>
            <a:pPr/>
            <a:r>
              <a:t>• Results: Improved patient satisfaction and staff retention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in Nursing Staff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Workflow: Assessment → Planning → Implementation → Evaluation → Feedback</a:t>
            </a:r>
          </a:p>
          <a:p>
            <a:r>
              <a:t>[Insert Workflow Diagram Here]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 for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Develop clear policies and objectives</a:t>
            </a:r>
          </a:p>
          <a:p>
            <a:pPr/>
            <a:r>
              <a:t>• Foster open communication and feedback</a:t>
            </a:r>
          </a:p>
          <a:p>
            <a:pPr/>
            <a:r>
              <a:t>• Monitor progress with measurable outcomes</a:t>
            </a:r>
          </a:p>
          <a:p>
            <a:pPr/>
            <a:r>
              <a:t>• Adjust strategies based on evaluation data</a:t>
            </a:r>
          </a:p>
          <a:p>
            <a:pPr/>
            <a:r>
              <a:t>• Reference: (Brown, 2021)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Findings &amp;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Summarize key studies on time management and staff development</a:t>
            </a:r>
          </a:p>
          <a:p>
            <a:pPr/>
            <a:r>
              <a:t>• Highlight evidence supporting integrated approaches</a:t>
            </a:r>
          </a:p>
          <a:p>
            <a:pPr/>
            <a:r>
              <a:t>• Discuss implications for nursing practice</a:t>
            </a:r>
          </a:p>
          <a:p>
            <a:pPr/>
            <a:r>
              <a:t>• Reference: (Johnson et al., 2020)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Research Studies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42900">
                <a:tc>
                  <a:txBody>
                    <a:bodyPr/>
                    <a:lstStyle/>
                    <a:p>
                      <a:r>
                        <a:t>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Key 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Reference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Study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Time management strategies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Reduced burnout by 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(Smith &amp; Jones, 2018)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Study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Staff development programs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Increased job satisfaction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(Doe &amp; Lee, 2019)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Study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Integrated approaches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Improved patient outcomes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(Johnson et al., 2020)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Proposed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Challenges: Limited resources, time constraints, resistance to change</a:t>
            </a:r>
          </a:p>
          <a:p>
            <a:pPr/>
            <a:r>
              <a:t>• Solutions: Incremental implementation, incentivize training, leverage technology for flexible learning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Directions in Staff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Emerging trends: Digital learning platforms, simulation technology</a:t>
            </a:r>
          </a:p>
          <a:p>
            <a:pPr/>
            <a:r>
              <a:t>• Integration of interprofessional education</a:t>
            </a:r>
          </a:p>
          <a:p>
            <a:pPr/>
            <a:r>
              <a:t>• Continuous quality improvement processes</a:t>
            </a:r>
          </a:p>
          <a:p>
            <a:pPr/>
            <a:r>
              <a:t>• Future research areas and potential innovations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for the College of Nursing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Develop a comprehensive time management training module</a:t>
            </a:r>
          </a:p>
          <a:p>
            <a:pPr/>
            <a:r>
              <a:t>• Create a structured staff development program with clear goals</a:t>
            </a:r>
          </a:p>
          <a:p>
            <a:pPr/>
            <a:r>
              <a:t>• Allocate resources for digital tools and mentorship</a:t>
            </a:r>
          </a:p>
          <a:p>
            <a:pPr/>
            <a:r>
              <a:t>• Implement regular evaluations and feedback loops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Recap of the importance of time management and staff development</a:t>
            </a:r>
          </a:p>
          <a:p>
            <a:pPr/>
            <a:r>
              <a:t>• Summary of key strategies and benefits</a:t>
            </a:r>
          </a:p>
          <a:p>
            <a:pPr/>
            <a:r>
              <a:t>• Final thoughts on improving nursing practice and patient outcomes</a:t>
            </a:r>
          </a:p>
          <a:p>
            <a:pPr/>
            <a:r>
              <a:t>• Call to action for adopting best practices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American Psychological Association. (2020). Publication manual of the American Psychological Association (7th ed.).</a:t>
            </a:r>
          </a:p>
          <a:p>
            <a:pPr/>
            <a:r>
              <a:t>Brown, A. (2021). Effective strategies for staff development in nursing. Journal of Nursing Education, 60(3), 145–152.</a:t>
            </a:r>
          </a:p>
          <a:p>
            <a:pPr/>
            <a:r>
              <a:t>Doe, J., &amp; Lee, K. (2019). Impact of continuing education on nursing performance. Nursing Management, 50(2), 78–85.</a:t>
            </a:r>
          </a:p>
          <a:p>
            <a:pPr/>
            <a:r>
              <a:t>Johnson, M., et al. (2020). Integrating time management and staff development: A case study. Nursing Research, 69(1), 34–40.</a:t>
            </a:r>
          </a:p>
          <a:p>
            <a:pPr/>
            <a:r>
              <a:t>Smith, R., &amp; Jones, L. (2018). Time management in clinical settings: Challenges and solutions. Journal of Healthcare Management, 63(4), 210–220.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